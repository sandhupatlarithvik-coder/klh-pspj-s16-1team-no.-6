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248EB5-1937-4BF8-A979-A75AF7DE1AC6}" v="3" dt="2026-10-15T16:09:01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ender reddy" userId="9686f8774592ae8c" providerId="LiveId" clId="{860C5E46-86A1-462C-BD4C-59E70AF35D43}"/>
    <pc:docChg chg="modSld">
      <pc:chgData name="raghavender reddy" userId="9686f8774592ae8c" providerId="LiveId" clId="{860C5E46-86A1-462C-BD4C-59E70AF35D43}" dt="2026-10-15T16:09:01.851" v="2"/>
      <pc:docMkLst>
        <pc:docMk/>
      </pc:docMkLst>
      <pc:sldChg chg="addSp modSp">
        <pc:chgData name="raghavender reddy" userId="9686f8774592ae8c" providerId="LiveId" clId="{860C5E46-86A1-462C-BD4C-59E70AF35D43}" dt="2026-10-15T16:09:01.851" v="2"/>
        <pc:sldMkLst>
          <pc:docMk/>
          <pc:sldMk cId="1396777043" sldId="262"/>
        </pc:sldMkLst>
        <pc:spChg chg="add mod">
          <ac:chgData name="raghavender reddy" userId="9686f8774592ae8c" providerId="LiveId" clId="{860C5E46-86A1-462C-BD4C-59E70AF35D43}" dt="2026-10-15T16:09:01.851" v="2"/>
          <ac:spMkLst>
            <pc:docMk/>
            <pc:sldMk cId="1396777043" sldId="262"/>
            <ac:spMk id="6" creationId="{EDB81495-EEC3-A0C9-BE69-F54D1EF48C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 dirty="0">
                <a:latin typeface="Aptos Display"/>
              </a:rPr>
              <a:t>ATM Transaction Simulator Using Java</a:t>
            </a:r>
          </a:p>
          <a:p>
            <a:r>
              <a:rPr sz="2800" b="1" dirty="0">
                <a:latin typeface="Aptos Display"/>
              </a:rPr>
              <a:t>Team No: __________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sz="2000" dirty="0">
                <a:latin typeface="Aptos"/>
              </a:rPr>
              <a:t>Lokesh   2620030368</a:t>
            </a:r>
          </a:p>
          <a:p>
            <a:pPr algn="ctr"/>
            <a:r>
              <a:rPr sz="2000" dirty="0">
                <a:latin typeface="Aptos"/>
              </a:rPr>
              <a:t>Rithvik   2620030348</a:t>
            </a:r>
          </a:p>
          <a:p>
            <a:pPr algn="ctr"/>
            <a:r>
              <a:rPr sz="2000" dirty="0">
                <a:latin typeface="Aptos"/>
              </a:rPr>
              <a:t>Radhakrishna   2620030317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 Display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77800" tIns="101600" rIns="177800" bIns="101600"/>
          <a:lstStyle/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The ATM Transaction Simulator is a Java console-based project that simulates basic ATM banking operations using a virtual account.</a:t>
            </a:r>
          </a:p>
          <a:p>
            <a:pPr>
              <a:spcAft>
                <a:spcPts val="800"/>
              </a:spcAft>
            </a:pPr>
            <a:endParaRPr sz="18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The user logs in using a PIN and can check balance, deposit money, withdraw money, view transaction history, and exit safely.</a:t>
            </a:r>
          </a:p>
          <a:p>
            <a:pPr>
              <a:spcAft>
                <a:spcPts val="800"/>
              </a:spcAft>
            </a:pPr>
            <a:endParaRPr sz="18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The project applies core Java concepts such as Scanner, control flow, methods, classes and objects, ArrayList, exception handling, and File I/O.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 Display"/>
              </a:rPr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77800" tIns="101600" rIns="177800" bIns="101600"/>
          <a:lstStyle/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Problem: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A real ATM performs secure banking operations. For learning purposes, we need a simple system that demonstrates the same basic transaction flow without connecting to real bank servers.</a:t>
            </a:r>
          </a:p>
          <a:p>
            <a:pPr>
              <a:spcAft>
                <a:spcPts val="800"/>
              </a:spcAft>
            </a:pPr>
            <a:endParaRPr sz="18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Solution: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Build a Java console application that verifies a PIN, displays an ATM menu, performs balance/deposit/withdrawal operations with validation, maintains transaction history, and saves records to a text file.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 Display"/>
              </a:rPr>
              <a:t>CO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77800" tIns="101600" rIns="177800" bIns="101600"/>
          <a:lstStyle/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Problem Solving &amp; Java Foundations</a:t>
            </a:r>
          </a:p>
          <a:p>
            <a:pPr>
              <a:spcAft>
                <a:spcPts val="800"/>
              </a:spcAft>
            </a:pPr>
            <a:endParaRPr sz="18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Understand the ATM transaction problem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Design the step-by-step program flow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Use Java console input with Scanner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Store PIN, balance, menu choice and amounts using variables and data types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 Display"/>
              </a:rPr>
              <a:t>CO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77800" tIns="101600" rIns="177800" bIns="101600"/>
          <a:lstStyle/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Decision Making &amp; Iteration</a:t>
            </a:r>
          </a:p>
          <a:p>
            <a:pPr>
              <a:spcAft>
                <a:spcPts val="800"/>
              </a:spcAft>
            </a:pPr>
            <a:endParaRPr sz="18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if-else for PIN verification and validation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switch-case for ATM menu selection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Loop to display the menu repeatedly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Arithmetic operations to update deposit and withdrawal balances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 Display"/>
              </a:rPr>
              <a:t>CO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77800" tIns="101600" rIns="177800" bIns="101600"/>
          <a:lstStyle/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Methods &amp; Program Organization</a:t>
            </a:r>
          </a:p>
          <a:p>
            <a:pPr>
              <a:spcAft>
                <a:spcPts val="800"/>
              </a:spcAft>
            </a:pPr>
            <a:endParaRPr sz="18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Separate methods for ATM operations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Methods for balance check, deposit and withdrawal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Method for transaction history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Method for saving transaction records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Improves readability and reusability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 Display"/>
              </a:rPr>
              <a:t>CO 4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77800" tIns="101600" rIns="177800" bIns="101600"/>
          <a:lstStyle/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Object-Oriented Programming</a:t>
            </a:r>
          </a:p>
          <a:p>
            <a:pPr>
              <a:spcAft>
                <a:spcPts val="800"/>
              </a:spcAft>
            </a:pPr>
            <a:endParaRPr sz="18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ATMAccount class represents the virtual account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Private fields store account holder, PIN and balance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Constructor initializes account details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Encapsulation protects account data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Methods provide controlled access to account operations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 Display"/>
              </a:rPr>
              <a:t>CO 5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77800" tIns="101600" rIns="177800" bIns="101600"/>
          <a:lstStyle/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Collections &amp; Exception Handling</a:t>
            </a:r>
          </a:p>
          <a:p>
            <a:pPr>
              <a:spcAft>
                <a:spcPts val="800"/>
              </a:spcAft>
            </a:pPr>
            <a:endParaRPr sz="18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ArrayList stores transaction history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Deposits and withdrawals are recorded during the session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Validation rejects invalid amounts and insufficient balance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Exception handling supports safer program execution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 Display"/>
              </a:rPr>
              <a:t>CO 6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77800" tIns="101600" rIns="177800" bIns="101600"/>
          <a:lstStyle/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File I/O &amp; Application Integration</a:t>
            </a:r>
          </a:p>
          <a:p>
            <a:pPr>
              <a:spcAft>
                <a:spcPts val="800"/>
              </a:spcAft>
            </a:pPr>
            <a:endParaRPr sz="18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Transaction records are saved to a text file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Files.write() is used for file handling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Integrates login, menu, transactions, history and exit</a:t>
            </a: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• Demonstrates a complete Java console application based on ATM logic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 Display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77800" tIns="101600" rIns="177800" bIns="101600"/>
          <a:lstStyle/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The ATM Transaction Simulator successfully demonstrates basic ATM operations using Java.</a:t>
            </a:r>
          </a:p>
          <a:p>
            <a:pPr>
              <a:spcAft>
                <a:spcPts val="800"/>
              </a:spcAft>
            </a:pPr>
            <a:endParaRPr sz="18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It applies Scanner input, control flow, methods, OOP, encapsulation, ArrayList, exception handling, and File I/O.</a:t>
            </a:r>
          </a:p>
          <a:p>
            <a:pPr>
              <a:spcAft>
                <a:spcPts val="800"/>
              </a:spcAft>
            </a:pPr>
            <a:endParaRPr sz="18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800">
                <a:latin typeface="Aptos"/>
              </a:rPr>
              <a:t>The project provides a simple educational foundation that can later be extended with multiple accounts, databases, GUIs, and secure banking connectivity.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 Display"/>
              </a:rPr>
              <a:t>Screen 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50197-AF06-5AEF-7EEE-2BB7A4AD9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77800" tIns="101600" rIns="177800" bIns="101600">
            <a:normAutofit fontScale="62500" lnSpcReduction="20000"/>
          </a:bodyPr>
          <a:lstStyle/>
          <a:p>
            <a:pPr>
              <a:spcAft>
                <a:spcPts val="800"/>
              </a:spcAft>
            </a:pPr>
            <a:r>
              <a:rPr sz="1600">
                <a:latin typeface="Aptos"/>
              </a:rPr>
              <a:t>SAMPLE PROGRAM OUTPUT</a:t>
            </a:r>
          </a:p>
          <a:p>
            <a:pPr>
              <a:spcAft>
                <a:spcPts val="800"/>
              </a:spcAft>
            </a:pPr>
            <a:endParaRPr sz="16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600">
                <a:latin typeface="Aptos"/>
              </a:rPr>
              <a:t>Enter PIN: 1234</a:t>
            </a:r>
          </a:p>
          <a:p>
            <a:pPr>
              <a:spcAft>
                <a:spcPts val="800"/>
              </a:spcAft>
            </a:pPr>
            <a:r>
              <a:rPr sz="1600">
                <a:latin typeface="Aptos"/>
              </a:rPr>
              <a:t>Login successful!  Welcome, Rithvik</a:t>
            </a:r>
          </a:p>
          <a:p>
            <a:pPr>
              <a:spcAft>
                <a:spcPts val="800"/>
              </a:spcAft>
            </a:pPr>
            <a:endParaRPr sz="16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600">
                <a:latin typeface="Aptos"/>
              </a:rPr>
              <a:t>ATM MENU</a:t>
            </a:r>
          </a:p>
          <a:p>
            <a:pPr>
              <a:spcAft>
                <a:spcPts val="800"/>
              </a:spcAft>
            </a:pPr>
            <a:r>
              <a:rPr sz="1600">
                <a:latin typeface="Aptos"/>
              </a:rPr>
              <a:t>1. Check Balance   2. Deposit Money   3. Withdraw Money</a:t>
            </a:r>
          </a:p>
          <a:p>
            <a:pPr>
              <a:spcAft>
                <a:spcPts val="800"/>
              </a:spcAft>
            </a:pPr>
            <a:r>
              <a:rPr sz="1600">
                <a:latin typeface="Aptos"/>
              </a:rPr>
              <a:t>4. Transaction History   5. Exit</a:t>
            </a:r>
          </a:p>
          <a:p>
            <a:pPr>
              <a:spcAft>
                <a:spcPts val="800"/>
              </a:spcAft>
            </a:pPr>
            <a:endParaRPr sz="1600">
              <a:latin typeface="Aptos"/>
            </a:endParaRPr>
          </a:p>
          <a:p>
            <a:pPr>
              <a:spcAft>
                <a:spcPts val="800"/>
              </a:spcAft>
            </a:pPr>
            <a:r>
              <a:rPr sz="1600">
                <a:latin typeface="Aptos"/>
              </a:rPr>
              <a:t>Balance: Rs. 10000.00</a:t>
            </a:r>
          </a:p>
          <a:p>
            <a:pPr>
              <a:spcAft>
                <a:spcPts val="800"/>
              </a:spcAft>
            </a:pPr>
            <a:r>
              <a:rPr sz="1600">
                <a:latin typeface="Aptos"/>
              </a:rPr>
              <a:t>Deposit Rs. 1500 → Balance: Rs. 11500.00</a:t>
            </a:r>
          </a:p>
          <a:p>
            <a:pPr>
              <a:spcAft>
                <a:spcPts val="800"/>
              </a:spcAft>
            </a:pPr>
            <a:r>
              <a:rPr sz="1600">
                <a:latin typeface="Aptos"/>
              </a:rPr>
              <a:t>Withdraw Rs. 2000 → Balance: Rs. 9500.00</a:t>
            </a:r>
          </a:p>
          <a:p>
            <a:pPr>
              <a:spcAft>
                <a:spcPts val="800"/>
              </a:spcAft>
            </a:pPr>
            <a:r>
              <a:rPr sz="1600">
                <a:latin typeface="Aptos"/>
              </a:rPr>
              <a:t>Exit → Saves transactions.txt and ends the session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Aptos Display"/>
              </a:rPr>
              <a:t>Geo Tag Photo and 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177800" tIns="101600" rIns="177800" bIns="101600">
            <a:normAutofit/>
          </a:bodyPr>
          <a:lstStyle/>
          <a:p>
            <a:pPr>
              <a:spcAft>
                <a:spcPts val="800"/>
              </a:spcAft>
            </a:pPr>
            <a:r>
              <a:rPr sz="1600" dirty="0">
                <a:latin typeface="Aptos"/>
              </a:rPr>
              <a:t>Geo-tagged project photo: </a:t>
            </a:r>
          </a:p>
          <a:p>
            <a:pPr>
              <a:spcAft>
                <a:spcPts val="800"/>
              </a:spcAft>
            </a:pPr>
            <a:endParaRPr sz="1600" dirty="0">
              <a:latin typeface="Aptos"/>
            </a:endParaRPr>
          </a:p>
          <a:p>
            <a:pPr>
              <a:spcAft>
                <a:spcPts val="800"/>
              </a:spcAft>
            </a:pPr>
            <a:endParaRPr lang="en-IN" sz="1600" dirty="0">
              <a:latin typeface="Aptos"/>
            </a:endParaRPr>
          </a:p>
          <a:p>
            <a:pPr>
              <a:spcAft>
                <a:spcPts val="800"/>
              </a:spcAft>
            </a:pPr>
            <a:endParaRPr lang="en-IN" sz="1600" dirty="0">
              <a:latin typeface="Aptos"/>
            </a:endParaRPr>
          </a:p>
          <a:p>
            <a:pPr>
              <a:spcAft>
                <a:spcPts val="800"/>
              </a:spcAft>
            </a:pPr>
            <a:endParaRPr lang="en-IN" sz="1600" dirty="0">
              <a:latin typeface="Aptos"/>
            </a:endParaRPr>
          </a:p>
          <a:p>
            <a:pPr>
              <a:spcAft>
                <a:spcPts val="800"/>
              </a:spcAft>
            </a:pPr>
            <a:endParaRPr lang="en-IN" sz="1600" dirty="0">
              <a:latin typeface="Aptos"/>
            </a:endParaRPr>
          </a:p>
          <a:p>
            <a:pPr marL="0" indent="0">
              <a:spcAft>
                <a:spcPts val="800"/>
              </a:spcAft>
              <a:buNone/>
            </a:pPr>
            <a:endParaRPr lang="en-IN" sz="1600">
              <a:latin typeface="Aptos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sz="1600">
                <a:latin typeface="Aptos"/>
              </a:rPr>
              <a:t>GitHub </a:t>
            </a:r>
            <a:r>
              <a:rPr sz="1600" dirty="0">
                <a:latin typeface="Aptos"/>
              </a:rPr>
              <a:t>repository link: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81495-EEC3-A0C9-BE69-F54D1EF48C65}"/>
              </a:ext>
            </a:extLst>
          </p:cNvPr>
          <p:cNvSpPr txBox="1"/>
          <p:nvPr/>
        </p:nvSpPr>
        <p:spPr>
          <a:xfrm>
            <a:off x="1160206" y="5358581"/>
            <a:ext cx="758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https://github.com/sandhupatlarithvik-coder/KLH-PSPJ-S16-1-TEAM-NO.-6</a:t>
            </a: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593</Words>
  <Application>Microsoft Office PowerPoint</Application>
  <PresentationFormat>Widescreen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ATM Transaction Simulator Using Java Team No: __________</vt:lpstr>
      <vt:lpstr>Abstract</vt:lpstr>
      <vt:lpstr>Understanding Problem Statement</vt:lpstr>
      <vt:lpstr>CO 1 Topics</vt:lpstr>
      <vt:lpstr>CO 2 Topics</vt:lpstr>
      <vt:lpstr>CO 3 Topics</vt:lpstr>
      <vt:lpstr>CO 4 Topics</vt:lpstr>
      <vt:lpstr>CO 5 Topics</vt:lpstr>
      <vt:lpstr>CO 6 Topics</vt:lpstr>
      <vt:lpstr>Conclusion</vt:lpstr>
      <vt:lpstr>Screen Shots</vt:lpstr>
      <vt:lpstr>Geo Tag Photo and 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raghavender reddy</cp:lastModifiedBy>
  <cp:revision>3</cp:revision>
  <dcterms:created xsi:type="dcterms:W3CDTF">2026-09-15T09:57:10Z</dcterms:created>
  <dcterms:modified xsi:type="dcterms:W3CDTF">2026-10-15T16:09:14Z</dcterms:modified>
</cp:coreProperties>
</file>