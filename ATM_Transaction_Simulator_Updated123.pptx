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7550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91440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097280" y="5120640"/>
            <a:ext cx="2926080" cy="2926080"/>
          </a:xfrm>
          <a:prstGeom prst="ellipse">
            <a:avLst/>
          </a:prstGeom>
          <a:solidFill>
            <a:srgbClr val="2FBF9F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921240" y="502920"/>
            <a:ext cx="1554480" cy="155448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2FBF9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icons/univers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8686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PROGRAMMING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24028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ATM Transaction Simulator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Java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simulation of core ATM banking operations, built to apply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Java programming concepts.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1097280" y="5175504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icons/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5376672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0312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103120" y="530352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Lokesh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2620030368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Rithvik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2620030348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Radhakrishna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2620030317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the simulator does and why it was built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" cy="41148"/>
          </a:xfrm>
          <a:prstGeom prst="rect">
            <a:avLst/>
          </a:prstGeom>
          <a:solidFill>
            <a:srgbClr val="2FBF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5321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icons/info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92938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1051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it?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4231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  <a:defRPr sz="1600"/>
            </a:pPr>
            <a:r>
              <a:t>A Java console program that simulates ATM operations using a virtual account. The user logs in with a PIN and can check balance, deposit, withdraw, view transaction history, and exit.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3429000"/>
            <a:ext cx="4937760" cy="0"/>
          </a:xfrm>
          <a:prstGeom prst="line">
            <a:avLst/>
          </a:prstGeom>
          <a:noFill/>
          <a:ln w="12700">
            <a:solidFill>
              <a:srgbClr val="E1EA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868680" y="3611880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icons/bulls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75818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63931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68680" y="4251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learning project to practice core Java concepts through a familiar, real-world scenario that every student understands instinctively.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68680" y="5120640"/>
            <a:ext cx="4937760" cy="0"/>
          </a:xfrm>
          <a:prstGeom prst="line">
            <a:avLst/>
          </a:prstGeom>
          <a:noFill/>
          <a:ln w="12700">
            <a:solidFill>
              <a:srgbClr val="E1EA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868680" y="5285232"/>
            <a:ext cx="548640" cy="548640"/>
          </a:xfrm>
          <a:prstGeom prst="ellipse">
            <a:avLst/>
          </a:prstGeom>
          <a:solidFill>
            <a:srgbClr val="2FBF9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icons/coffe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43153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531266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Java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68680" y="583387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  <a:defRPr sz="1600"/>
            </a:pPr>
            <a:r>
              <a:t>Java concepts such as Scanner, control flow, methods, classes and objects, ArrayList, exception handling, and File I/O are used to build the simulator.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55080" y="1508760"/>
            <a:ext cx="530352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6"/>
          <p:cNvSpPr/>
          <p:nvPr/>
        </p:nvSpPr>
        <p:spPr>
          <a:xfrm>
            <a:off x="67208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OPERATIONS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720840" y="2240280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3" name="Image 3" descr="icons/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2359152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60920" y="22128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PIN Verification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360920" y="249631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user's identity before allowing access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720840" y="3026664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7" name="Image 4" descr="icons/walle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9712" y="3145536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60920" y="2999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Check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7360920" y="328269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current account balance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720840" y="3813048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5" descr="icons/billwav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9712" y="393192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60920" y="37856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360920" y="40690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entered amount to the balance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720840" y="4599432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5" name="Image 6" descr="icons/handholdingus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9712" y="4718304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360920" y="4572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7360920" y="485546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Deducts amount after checking sufficient funds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6720840" y="5385816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9" name="Image 7" descr="icons/signout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9712" y="5504688"/>
            <a:ext cx="237744" cy="237744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360920" y="53583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350" dirty="0"/>
          </a:p>
        </p:txBody>
      </p:sp>
      <p:sp>
        <p:nvSpPr>
          <p:cNvPr id="41" name="Text 31"/>
          <p:cNvSpPr/>
          <p:nvPr/>
        </p:nvSpPr>
        <p:spPr>
          <a:xfrm>
            <a:off x="7360920" y="564184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ends the ATM session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Transaction Simulator Using Java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sets out to achieve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" cy="41148"/>
          </a:xfrm>
          <a:prstGeom prst="rect">
            <a:avLst/>
          </a:prstGeom>
          <a:solidFill>
            <a:srgbClr val="2FBF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791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604772" y="1865376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icons/shielda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076" y="20116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" y="25603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real ATM system using Java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10712" y="1645920"/>
            <a:ext cx="26791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466844" y="1865376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icons/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148" y="20116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5603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user's PIN before granting access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72784" y="1645920"/>
            <a:ext cx="26791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7328916" y="1865376"/>
            <a:ext cx="566928" cy="566928"/>
          </a:xfrm>
          <a:prstGeom prst="ellipse">
            <a:avLst/>
          </a:prstGeom>
          <a:solidFill>
            <a:srgbClr val="2FBF9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2" descr="icons/wall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5220" y="20116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5603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current account balance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9134856" y="1645920"/>
            <a:ext cx="26791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3"/>
          <p:cNvSpPr/>
          <p:nvPr/>
        </p:nvSpPr>
        <p:spPr>
          <a:xfrm>
            <a:off x="10190988" y="1865376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3" descr="icons/billwav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7292" y="201168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262872" y="25603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money into the account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3703320"/>
            <a:ext cx="26791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6"/>
          <p:cNvSpPr/>
          <p:nvPr/>
        </p:nvSpPr>
        <p:spPr>
          <a:xfrm>
            <a:off x="1604772" y="3922776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3" name="Image 4" descr="icons/handholdingus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1076" y="406908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6656" y="46177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money with validation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3410712" y="3703320"/>
            <a:ext cx="26791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4466844" y="3922776"/>
            <a:ext cx="566928" cy="566928"/>
          </a:xfrm>
          <a:prstGeom prst="ellipse">
            <a:avLst/>
          </a:prstGeom>
          <a:solidFill>
            <a:srgbClr val="2FBF9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7" name="Image 5" descr="icons/infocirc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3148" y="406908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38728" y="46177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and display transaction history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6272784" y="3703320"/>
            <a:ext cx="26791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2"/>
          <p:cNvSpPr/>
          <p:nvPr/>
        </p:nvSpPr>
        <p:spPr>
          <a:xfrm>
            <a:off x="7328916" y="3922776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6" descr="icons/coffe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5220" y="4069080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400800" y="46177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transaction records to a text file and apply core Java concepts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Transaction Simulator Using Java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flow of a typical ATM session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" cy="41148"/>
          </a:xfrm>
          <a:prstGeom prst="rect">
            <a:avLst/>
          </a:prstGeom>
          <a:solidFill>
            <a:srgbClr val="2FBF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68630" y="2148840"/>
            <a:ext cx="1298448" cy="868680"/>
          </a:xfrm>
          <a:prstGeom prst="roundRect">
            <a:avLst>
              <a:gd name="adj" fmla="val 7368"/>
            </a:avLst>
          </a:prstGeom>
          <a:solidFill>
            <a:srgbClr val="21295C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96062" y="2148840"/>
            <a:ext cx="12435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48790" y="2510028"/>
            <a:ext cx="160020" cy="146304"/>
          </a:xfrm>
          <a:prstGeom prst="rightArrow">
            <a:avLst/>
          </a:prstGeom>
          <a:solidFill>
            <a:srgbClr val="5C7A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890522" y="2148840"/>
            <a:ext cx="1298448" cy="868680"/>
          </a:xfrm>
          <a:prstGeom prst="roundRect">
            <a:avLst>
              <a:gd name="adj" fmla="val 7368"/>
            </a:avLst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917954" y="2148840"/>
            <a:ext cx="12435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0682" y="2510028"/>
            <a:ext cx="160020" cy="146304"/>
          </a:xfrm>
          <a:prstGeom prst="rightArrow">
            <a:avLst/>
          </a:prstGeom>
          <a:solidFill>
            <a:srgbClr val="5C7A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312414" y="2148840"/>
            <a:ext cx="1298448" cy="868680"/>
          </a:xfrm>
          <a:prstGeom prst="roundRect">
            <a:avLst>
              <a:gd name="adj" fmla="val 7368"/>
            </a:avLst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339846" y="2148840"/>
            <a:ext cx="12435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92574" y="2510028"/>
            <a:ext cx="160020" cy="146304"/>
          </a:xfrm>
          <a:prstGeom prst="rightArrow">
            <a:avLst/>
          </a:prstGeom>
          <a:solidFill>
            <a:srgbClr val="5C7A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34306" y="2148840"/>
            <a:ext cx="1298448" cy="868680"/>
          </a:xfrm>
          <a:prstGeom prst="roundRect">
            <a:avLst>
              <a:gd name="adj" fmla="val 7368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61738" y="2148840"/>
            <a:ext cx="12435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ATM Menu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14466" y="2510028"/>
            <a:ext cx="160020" cy="146304"/>
          </a:xfrm>
          <a:prstGeom prst="rightArrow">
            <a:avLst/>
          </a:prstGeom>
          <a:solidFill>
            <a:srgbClr val="5C7A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156198" y="2148840"/>
            <a:ext cx="1298448" cy="868680"/>
          </a:xfrm>
          <a:prstGeom prst="roundRect">
            <a:avLst>
              <a:gd name="adj" fmla="val 7368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183630" y="2148840"/>
            <a:ext cx="12435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Choose: Balance / Deposit /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/ Exit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36358" y="2510028"/>
            <a:ext cx="160020" cy="146304"/>
          </a:xfrm>
          <a:prstGeom prst="rightArrow">
            <a:avLst/>
          </a:prstGeom>
          <a:solidFill>
            <a:srgbClr val="5C7A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578090" y="2148840"/>
            <a:ext cx="1298448" cy="868680"/>
          </a:xfrm>
          <a:prstGeom prst="roundRect">
            <a:avLst>
              <a:gd name="adj" fmla="val 7368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605522" y="2148840"/>
            <a:ext cx="12435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Transaction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858250" y="2510028"/>
            <a:ext cx="160020" cy="146304"/>
          </a:xfrm>
          <a:prstGeom prst="rightArrow">
            <a:avLst/>
          </a:prstGeom>
          <a:solidFill>
            <a:srgbClr val="5C7A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999982" y="2148840"/>
            <a:ext cx="1298448" cy="868680"/>
          </a:xfrm>
          <a:prstGeom prst="roundRect">
            <a:avLst>
              <a:gd name="adj" fmla="val 7368"/>
            </a:avLst>
          </a:prstGeom>
          <a:solidFill>
            <a:srgbClr val="2FBF9F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027414" y="2148840"/>
            <a:ext cx="12435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Result / Updated Balance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280142" y="2510028"/>
            <a:ext cx="160020" cy="146304"/>
          </a:xfrm>
          <a:prstGeom prst="rightArrow">
            <a:avLst/>
          </a:prstGeom>
          <a:solidFill>
            <a:srgbClr val="5C7A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0421874" y="2148840"/>
            <a:ext cx="1298448" cy="868680"/>
          </a:xfrm>
          <a:prstGeom prst="roundRect">
            <a:avLst>
              <a:gd name="adj" fmla="val 7368"/>
            </a:avLst>
          </a:prstGeom>
          <a:solidFill>
            <a:srgbClr val="21295C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449306" y="2148840"/>
            <a:ext cx="12435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Menu / Save &amp; Exit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5468" y="36576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80060" y="38221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80060" y="3822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0060" y="4279392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&amp; Login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80060" y="4590288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begins and asks the user to enter their 4-digit PIN to proceed.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68980" y="36576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3433572" y="38221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3433572" y="3822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433572" y="4279392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&amp; Menu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3433572" y="4590288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PIN is checked against the stored value; on success the ATM menu is shown.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22492" y="36576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6387084" y="38221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FBF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387084" y="3822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387084" y="4279392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6387084" y="4590288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picks an option — the corresponding operation runs with validation checks.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176004" y="36576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9340596" y="38221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9340596" y="3822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340596" y="4279392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or Exit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9340596" y="4590288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 repeats until Exit is chosen; transaction records are then saved to a text file.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Transaction Simulator Using Java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Concepts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features that power the simulator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" cy="41148"/>
          </a:xfrm>
          <a:prstGeom prst="rect">
            <a:avLst/>
          </a:prstGeom>
          <a:solidFill>
            <a:srgbClr val="2FBF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39112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PIN, menu choice, and amounts from the keyboard.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3063240"/>
            <a:ext cx="2450592" cy="512064"/>
          </a:xfrm>
          <a:prstGeom prst="roundRect">
            <a:avLst>
              <a:gd name="adj" fmla="val 892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308152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2FB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1: Console input using Scanner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38144" y="1536192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575304" y="16459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Data Types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75304" y="2039112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PIN, balance, menu choice, amounts, and account-holder details.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75304" y="3063240"/>
            <a:ext cx="2450592" cy="512064"/>
          </a:xfrm>
          <a:prstGeom prst="roundRect">
            <a:avLst>
              <a:gd name="adj" fmla="val 892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639312" y="308152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2FB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Starting balance: Rs. 10000.00</a:t>
            </a:r>
            <a:endParaRPr lang="en-US" sz="800" dirty="0"/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2FB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pin = 1234;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327648" y="1536192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64808" y="16459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if-else Statements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64808" y="2039112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whether the entered PIN is correct.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64808" y="3063240"/>
            <a:ext cx="2450592" cy="512064"/>
          </a:xfrm>
          <a:prstGeom prst="roundRect">
            <a:avLst>
              <a:gd name="adj" fmla="val 892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528816" y="308152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2FB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(pin == 1234) { ... }</a:t>
            </a:r>
            <a:endParaRPr lang="en-US" sz="800" dirty="0"/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2FB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{ ... }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217152" y="1536192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354312" y="16459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switch-case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54312" y="2039112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the selected menu option to its action.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354312" y="3063240"/>
            <a:ext cx="2450592" cy="512064"/>
          </a:xfrm>
          <a:prstGeom prst="roundRect">
            <a:avLst>
              <a:gd name="adj" fmla="val 892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08152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2FB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(choice) {</a:t>
            </a:r>
            <a:endParaRPr lang="en-US" sz="800" dirty="0"/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2FB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case 1: ...</a:t>
            </a:r>
            <a:endParaRPr lang="en-US" sz="800" dirty="0"/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2FB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3867912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85800" y="397764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do-while Loop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4370832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showing the ATM menu until Exit is selected.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" y="5394960"/>
            <a:ext cx="2450592" cy="512064"/>
          </a:xfrm>
          <a:prstGeom prst="roundRect">
            <a:avLst>
              <a:gd name="adj" fmla="val 892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49808" y="541324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2FB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(running) {</a:t>
            </a:r>
            <a:endParaRPr lang="en-US" sz="800" dirty="0"/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2FB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800" dirty="0"/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2FB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38144" y="3867912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575304" y="397764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75304" y="4370832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PIN, balance, deposit, withdrawal, history and file-saving logic.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75304" y="5394960"/>
            <a:ext cx="2450592" cy="512064"/>
          </a:xfrm>
          <a:prstGeom prst="roundRect">
            <a:avLst>
              <a:gd name="adj" fmla="val 892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3639312" y="541324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2FB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3: methods for each ATM operation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327648" y="3867912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64808" y="397764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&amp; Encapsulation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64808" y="4370832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ATMAccount class uses private fields, constructor and methods.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64808" y="5394960"/>
            <a:ext cx="2450592" cy="512064"/>
          </a:xfrm>
          <a:prstGeom prst="roundRect">
            <a:avLst>
              <a:gd name="adj" fmla="val 892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528816" y="541324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2FB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Arithmetic updates deposit and withdrawal balances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217152" y="3867912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9354312" y="397764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&amp; File I/O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354312" y="4370832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stores history; Files.write() saves transactions.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354312" y="5394960"/>
            <a:ext cx="2450592" cy="512064"/>
          </a:xfrm>
          <a:prstGeom prst="roundRect">
            <a:avLst>
              <a:gd name="adj" fmla="val 892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9418320" y="541324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2FB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 positive amounts and sufficient balance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Transaction Simulator Using Java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ATM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of the simulator, including transaction history and file saving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" cy="41148"/>
          </a:xfrm>
          <a:prstGeom prst="rect">
            <a:avLst/>
          </a:prstGeom>
          <a:solidFill>
            <a:srgbClr val="2FBF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21792" y="16002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77824" y="1856232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icons/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00253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73352" y="18745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Verification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77824" y="2624328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access on an incorrect PIN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98264" y="16002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654296" y="1856232"/>
            <a:ext cx="640080" cy="64008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icons/wall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002536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9824" y="18745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Inquiry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54296" y="2624328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shows the current balance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74736" y="16002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8430768" y="1856232"/>
            <a:ext cx="640080" cy="640080"/>
          </a:xfrm>
          <a:prstGeom prst="ellipse">
            <a:avLst/>
          </a:prstGeom>
          <a:solidFill>
            <a:srgbClr val="2FBF9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icons/handholdingus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200253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26296" y="18745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Withdrawal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30768" y="2624328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insufficient balance first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1792" y="3639312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877824" y="3895344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icons/billwav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404164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73352" y="39136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Deposit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77824" y="466344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funds and confirms the new total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98264" y="3639312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4654296" y="3895344"/>
            <a:ext cx="640080" cy="64008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7" name="Image 4" descr="icons/listul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404164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49824" y="39136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History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654296" y="466344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deposits and withdrawals made during the session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74736" y="3639312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4"/>
          <p:cNvSpPr/>
          <p:nvPr/>
        </p:nvSpPr>
        <p:spPr>
          <a:xfrm>
            <a:off x="8430768" y="3895344"/>
            <a:ext cx="640080" cy="640080"/>
          </a:xfrm>
          <a:prstGeom prst="ellipse">
            <a:avLst/>
          </a:prstGeom>
          <a:solidFill>
            <a:srgbClr val="2FBF9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2" name="Image 5" descr="icons/signou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7072" y="4041648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226296" y="39136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430768" y="466344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transaction records and ends the session safely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621792" y="5806440"/>
            <a:ext cx="10945368" cy="594360"/>
          </a:xfrm>
          <a:prstGeom prst="roundRect">
            <a:avLst>
              <a:gd name="adj" fmla="val 10769"/>
            </a:avLst>
          </a:prstGeom>
          <a:solidFill>
            <a:srgbClr val="FFF4F3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28"/>
          <p:cNvSpPr/>
          <p:nvPr/>
        </p:nvSpPr>
        <p:spPr>
          <a:xfrm>
            <a:off x="786384" y="5943600"/>
            <a:ext cx="320040" cy="320040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7" name="Image 6" descr="icons/exclamation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964" y="6012180"/>
            <a:ext cx="182880" cy="1828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280160" y="5806440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built in:  </a:t>
            </a:r>
            <a:r>
              <a:rPr lang="en-US" sz="11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PIN attempts and withdrawals exceeding the available balance are detected and rejected with a clear message.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Transaction Simulator Using Java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840" y="243581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2600" b="1"/>
            </a:pPr>
            <a:r>
              <a:rPr dirty="0"/>
              <a:t>ATM Simulator vs Real-Time ATM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976674" y="41926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1800" b="1"/>
            </a:pP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45365" y="1115568"/>
            <a:ext cx="5632704" cy="5532120"/>
          </a:xfrm>
          <a:prstGeom prst="roundRect">
            <a:avLst>
              <a:gd name="adj" fmla="val 992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>
              <a:defRPr sz="1600" b="0"/>
            </a:pPr>
            <a:r>
              <a:rPr lang="en-IN" b="1" dirty="0"/>
              <a:t>ATM SIMULATOR</a:t>
            </a:r>
            <a:endParaRPr lang="en-IN" sz="1100" b="1" dirty="0"/>
          </a:p>
          <a:p>
            <a:pPr>
              <a:defRPr sz="1600" b="0"/>
            </a:pPr>
            <a:endParaRPr lang="en-IN" dirty="0"/>
          </a:p>
          <a:p>
            <a:pPr>
              <a:defRPr sz="1600" b="0"/>
            </a:pPr>
            <a:r>
              <a:rPr dirty="0"/>
              <a:t>•</a:t>
            </a:r>
            <a:r>
              <a:rPr lang="en-IN" dirty="0"/>
              <a:t> </a:t>
            </a:r>
            <a:r>
              <a:rPr dirty="0"/>
              <a:t>Uses sample/local account data</a:t>
            </a:r>
            <a:br>
              <a:rPr dirty="0"/>
            </a:br>
            <a:r>
              <a:rPr dirty="0"/>
              <a:t>• PIN is checked inside the program</a:t>
            </a:r>
            <a:br>
              <a:rPr dirty="0"/>
            </a:br>
            <a:r>
              <a:rPr dirty="0"/>
              <a:t>• No real money is transferred</a:t>
            </a:r>
            <a:br>
              <a:rPr dirty="0"/>
            </a:br>
            <a:r>
              <a:rPr dirty="0"/>
              <a:t>• Withdrawal only changes the stored balance</a:t>
            </a:r>
            <a:br>
              <a:rPr dirty="0"/>
            </a:br>
            <a:r>
              <a:rPr dirty="0"/>
              <a:t>• Transaction history is stored in memory/text file</a:t>
            </a:r>
            <a:br>
              <a:rPr dirty="0"/>
            </a:br>
            <a:r>
              <a:rPr dirty="0"/>
              <a:t>• Runs as a Java console application</a:t>
            </a:r>
            <a:br>
              <a:rPr dirty="0"/>
            </a:br>
            <a:r>
              <a:rPr dirty="0"/>
              <a:t>• Mainly used for learning and demonstration</a:t>
            </a:r>
          </a:p>
        </p:txBody>
      </p:sp>
      <p:sp>
        <p:nvSpPr>
          <p:cNvPr id="7" name="Shape 4"/>
          <p:cNvSpPr/>
          <p:nvPr/>
        </p:nvSpPr>
        <p:spPr>
          <a:xfrm>
            <a:off x="6172200" y="1097280"/>
            <a:ext cx="5632704" cy="5532120"/>
          </a:xfrm>
          <a:prstGeom prst="roundRect">
            <a:avLst>
              <a:gd name="adj" fmla="val 992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>
              <a:defRPr sz="1800" b="1"/>
            </a:pPr>
            <a:r>
              <a:t>REAL-TIME ATM</a:t>
            </a:r>
          </a:p>
        </p:txBody>
      </p:sp>
      <p:sp>
        <p:nvSpPr>
          <p:cNvPr id="8" name="Text 5"/>
          <p:cNvSpPr/>
          <p:nvPr/>
        </p:nvSpPr>
        <p:spPr>
          <a:xfrm>
            <a:off x="6313932" y="1581912"/>
            <a:ext cx="5349240" cy="5349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  <a:defRPr sz="1600" b="0"/>
            </a:pPr>
            <a:r>
              <a:rPr dirty="0"/>
              <a:t>• Connects to secure bank servers</a:t>
            </a:r>
            <a:endParaRPr lang="en-IN" dirty="0"/>
          </a:p>
          <a:p>
            <a:pPr marL="0" indent="0">
              <a:lnSpc>
                <a:spcPts val="1260"/>
              </a:lnSpc>
              <a:buNone/>
              <a:defRPr sz="1600" b="0"/>
            </a:pPr>
            <a:br>
              <a:rPr dirty="0"/>
            </a:br>
            <a:r>
              <a:rPr dirty="0"/>
              <a:t>• Uses encrypted authentication and banking networks</a:t>
            </a:r>
            <a:endParaRPr lang="en-IN" dirty="0"/>
          </a:p>
          <a:p>
            <a:pPr marL="0" indent="0">
              <a:lnSpc>
                <a:spcPts val="1260"/>
              </a:lnSpc>
              <a:buNone/>
              <a:defRPr sz="1600" b="0"/>
            </a:pPr>
            <a:br>
              <a:rPr dirty="0"/>
            </a:br>
            <a:r>
              <a:rPr dirty="0"/>
              <a:t>• Performs actual financial transactions</a:t>
            </a:r>
            <a:endParaRPr lang="en-IN" dirty="0"/>
          </a:p>
          <a:p>
            <a:pPr marL="0" indent="0">
              <a:lnSpc>
                <a:spcPts val="1260"/>
              </a:lnSpc>
              <a:buNone/>
              <a:defRPr sz="1600" b="0"/>
            </a:pPr>
            <a:br>
              <a:rPr dirty="0"/>
            </a:br>
            <a:r>
              <a:rPr dirty="0"/>
              <a:t>• Physically dispenses cash</a:t>
            </a:r>
            <a:endParaRPr lang="en-IN" dirty="0"/>
          </a:p>
          <a:p>
            <a:pPr marL="0" indent="0">
              <a:lnSpc>
                <a:spcPts val="1260"/>
              </a:lnSpc>
              <a:buNone/>
              <a:defRPr sz="1600" b="0"/>
            </a:pPr>
            <a:br>
              <a:rPr dirty="0"/>
            </a:br>
            <a:r>
              <a:rPr dirty="0"/>
              <a:t>• Stores transactions in secure banking databases</a:t>
            </a:r>
            <a:endParaRPr lang="en-IN" dirty="0"/>
          </a:p>
          <a:p>
            <a:pPr marL="0" indent="0">
              <a:lnSpc>
                <a:spcPts val="1260"/>
              </a:lnSpc>
              <a:buNone/>
              <a:defRPr sz="1600" b="0"/>
            </a:pPr>
            <a:br>
              <a:rPr dirty="0"/>
            </a:br>
            <a:r>
              <a:rPr dirty="0"/>
              <a:t>• Works with ATM hardware and security systems</a:t>
            </a:r>
            <a:endParaRPr lang="en-IN" dirty="0"/>
          </a:p>
          <a:p>
            <a:pPr marL="0" indent="0">
              <a:lnSpc>
                <a:spcPts val="1260"/>
              </a:lnSpc>
              <a:buNone/>
              <a:defRPr sz="1600" b="0"/>
            </a:pPr>
            <a:br>
              <a:rPr dirty="0"/>
            </a:br>
            <a:r>
              <a:rPr dirty="0"/>
              <a:t>• Used for real banking services</a:t>
            </a:r>
            <a:endParaRPr lang="en-US" sz="960" dirty="0"/>
          </a:p>
        </p:txBody>
      </p:sp>
      <p:sp>
        <p:nvSpPr>
          <p:cNvPr id="9" name="Text 6"/>
          <p:cNvSpPr/>
          <p:nvPr/>
        </p:nvSpPr>
        <p:spPr>
          <a:xfrm>
            <a:off x="6336792" y="1207008"/>
            <a:ext cx="5349240" cy="5349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run of the ATM Transaction Simulator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" cy="41148"/>
          </a:xfrm>
          <a:prstGeom prst="rect">
            <a:avLst/>
          </a:prstGeom>
          <a:solidFill>
            <a:srgbClr val="2FBF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835640" y="384048"/>
            <a:ext cx="502920" cy="502920"/>
          </a:xfrm>
          <a:prstGeom prst="ellipse">
            <a:avLst/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icons/termin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944" y="530352"/>
            <a:ext cx="210312" cy="2103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508760"/>
            <a:ext cx="7360920" cy="4983480"/>
          </a:xfrm>
          <a:prstGeom prst="roundRect">
            <a:avLst>
              <a:gd name="adj" fmla="val 1101"/>
            </a:avLst>
          </a:prstGeom>
          <a:pattFill prst="pct5">
            <a:fgClr>
              <a:srgbClr val="0F1729"/>
            </a:fgClr>
            <a:bgClr>
              <a:schemeClr val="bg1"/>
            </a:bgClr>
          </a:patt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749808" y="1664208"/>
            <a:ext cx="146304" cy="146304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987552" y="1664208"/>
            <a:ext cx="146304" cy="146304"/>
          </a:xfrm>
          <a:prstGeom prst="ellipse">
            <a:avLst/>
          </a:prstGeom>
          <a:solidFill>
            <a:srgbClr val="F0AD4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1225296" y="1664208"/>
            <a:ext cx="146304" cy="146304"/>
          </a:xfrm>
          <a:prstGeom prst="ellipse">
            <a:avLst/>
          </a:prstGeom>
          <a:solidFill>
            <a:srgbClr val="2FBF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77240" y="1965960"/>
            <a:ext cx="69037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  <a:defRPr sz="1400"/>
            </a:pPr>
            <a:r>
              <a:t>Enter PIN: 1234</a:t>
            </a:r>
            <a:br/>
            <a:r>
              <a:t>Login successful!</a:t>
            </a:r>
            <a:br/>
            <a:r>
              <a:t>Welcome, Rithvik</a:t>
            </a:r>
            <a:br/>
            <a:br/>
            <a:r>
              <a:t>========== ATM MENU ==========</a:t>
            </a:r>
            <a:br/>
            <a:r>
              <a:t>1. Check Balance</a:t>
            </a:r>
            <a:br/>
            <a:r>
              <a:t>2. Deposit Money</a:t>
            </a:r>
            <a:br/>
            <a:r>
              <a:t>3. Withdraw Money</a:t>
            </a:r>
            <a:br/>
            <a:r>
              <a:t>4. Transaction History</a:t>
            </a:r>
            <a:br/>
            <a:r>
              <a:t>5. Exit</a:t>
            </a:r>
            <a:br/>
            <a:br/>
            <a:r>
              <a:t>Choice 1 → Current Balance: Rs. 10000.00</a:t>
            </a:r>
            <a:br/>
            <a:r>
              <a:t>Choice 2 → Deposit Rs. 1500 → Balance: Rs. 11500.00</a:t>
            </a:r>
            <a:br/>
            <a:r>
              <a:t>Choice 3 → Withdraw Rs. 2000 → Balance: Rs. 9500.00</a:t>
            </a:r>
            <a:br/>
            <a:r>
              <a:t>Choice 4 → Shows deposited/withdrawn transaction records</a:t>
            </a:r>
            <a:br/>
            <a:r>
              <a:t>Choice 5 → Saves transactions.txt and exits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8183880" y="1600200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1" descr="icons/wall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71907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805672" y="15727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Check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805672" y="185623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current virtual account balance.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83880" y="2743200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icons/billwav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286207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05672" y="27157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805672" y="299923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valid amount and records the transaction.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183880" y="3886200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icons/handholdingus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400507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05672" y="38587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805672" y="414223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Deducts only after validating the amount and available balance.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183880" y="5029200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4" descr="icons/signou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752" y="5148072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805672" y="50017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8805672" y="528523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are saved to a text file before the program ends.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Transaction Simulator Using Java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Applications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is useful, and where it applies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" cy="41148"/>
          </a:xfrm>
          <a:prstGeom prst="rect">
            <a:avLst/>
          </a:prstGeom>
          <a:solidFill>
            <a:srgbClr val="2FBF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1E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2FBF9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892808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013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68680" y="2569464"/>
            <a:ext cx="128016" cy="128016"/>
          </a:xfrm>
          <a:prstGeom prst="ellipse">
            <a:avLst/>
          </a:prstGeom>
          <a:solidFill>
            <a:srgbClr val="2FBF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143000" y="24414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easy to use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8680" y="3227832"/>
            <a:ext cx="128016" cy="128016"/>
          </a:xfrm>
          <a:prstGeom prst="ellipse">
            <a:avLst/>
          </a:prstGeom>
          <a:solidFill>
            <a:srgbClr val="2FBF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1143000" y="309981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real-world ATM logic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8680" y="3886200"/>
            <a:ext cx="128016" cy="128016"/>
          </a:xfrm>
          <a:prstGeom prst="ellipse">
            <a:avLst/>
          </a:prstGeom>
          <a:solidFill>
            <a:srgbClr val="2FBF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43000" y="375818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understand Java fundamentals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68680" y="4544568"/>
            <a:ext cx="128016" cy="128016"/>
          </a:xfrm>
          <a:prstGeom prst="ellipse">
            <a:avLst/>
          </a:prstGeom>
          <a:solidFill>
            <a:srgbClr val="2FBF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143000" y="44165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transaction history and File I/O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99632" y="1536192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6519672" y="1783080"/>
            <a:ext cx="502920" cy="50292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1" descr="icons/gradc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892808"/>
            <a:ext cx="283464" cy="28346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59752" y="18013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6519672" y="2569464"/>
            <a:ext cx="128016" cy="128016"/>
          </a:xfrm>
          <a:prstGeom prst="ellipse">
            <a:avLst/>
          </a:prstGeom>
          <a:solidFill>
            <a:srgbClr val="2FBF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8"/>
          <p:cNvSpPr/>
          <p:nvPr/>
        </p:nvSpPr>
        <p:spPr>
          <a:xfrm>
            <a:off x="6793992" y="24414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simulations for classrooms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519672" y="3227832"/>
            <a:ext cx="128016" cy="128016"/>
          </a:xfrm>
          <a:prstGeom prst="ellipse">
            <a:avLst/>
          </a:prstGeom>
          <a:solidFill>
            <a:srgbClr val="2FBF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6793992" y="309981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programming practice for beginners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519672" y="3886200"/>
            <a:ext cx="128016" cy="128016"/>
          </a:xfrm>
          <a:prstGeom prst="ellipse">
            <a:avLst/>
          </a:prstGeom>
          <a:solidFill>
            <a:srgbClr val="2FBF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6793992" y="375818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ATM logic, OOP, collections and file handling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Transaction Simulator Using Java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91440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097280" y="5120640"/>
            <a:ext cx="2926080" cy="2926080"/>
          </a:xfrm>
          <a:prstGeom prst="ellipse">
            <a:avLst/>
          </a:prstGeom>
          <a:solidFill>
            <a:srgbClr val="2FBF9F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502920" cy="41148"/>
          </a:xfrm>
          <a:prstGeom prst="rect">
            <a:avLst/>
          </a:prstGeom>
          <a:solidFill>
            <a:srgbClr val="2FBF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icons/flagcheckere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7465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81912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E8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ATM Transaction Simulator successfully demonstrates basic ATM operations using Java.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651760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icons/coffe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279806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633472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E8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applies Scanner input, control flow, methods, OOP, encapsulation, ArrayList, exception handling, and File I/O.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3703320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2" descr="icons/site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84962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685032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E8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 a simple educational foundation that can later be extended with multiple accounts, databases, GUIs and secure banking connectivity.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0080" y="51206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1074</Words>
  <Application>Microsoft Office PowerPoint</Application>
  <PresentationFormat>Widescreen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raghavender reddy</cp:lastModifiedBy>
  <cp:revision>2</cp:revision>
  <dcterms:created xsi:type="dcterms:W3CDTF">2026-09-15T05:01:00Z</dcterms:created>
  <dcterms:modified xsi:type="dcterms:W3CDTF">2026-10-16T08:37:52Z</dcterms:modified>
</cp:coreProperties>
</file>